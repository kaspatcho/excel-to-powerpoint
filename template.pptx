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7485" y="2597213"/>
            <a:ext cx="5669915" cy="1416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2171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3294" y="753681"/>
            <a:ext cx="8529320" cy="634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713105" marR="5080" indent="-700405">
              <a:lnSpc>
                <a:spcPts val="5180"/>
              </a:lnSpc>
              <a:spcBef>
                <a:spcPts val="760"/>
              </a:spcBef>
            </a:pPr>
            <a:r>
              <a:rPr dirty="0" sz="4800" spc="-160"/>
              <a:t>Análise</a:t>
            </a:r>
            <a:r>
              <a:rPr dirty="0" sz="4800" spc="-484"/>
              <a:t> </a:t>
            </a:r>
            <a:r>
              <a:rPr dirty="0" sz="4800" spc="-30"/>
              <a:t>dos</a:t>
            </a:r>
            <a:r>
              <a:rPr dirty="0" sz="4800" spc="-459"/>
              <a:t> </a:t>
            </a:r>
            <a:r>
              <a:rPr dirty="0" sz="4800" spc="-135"/>
              <a:t>salários</a:t>
            </a:r>
            <a:r>
              <a:rPr dirty="0" sz="4800" spc="-434"/>
              <a:t> </a:t>
            </a:r>
            <a:r>
              <a:rPr dirty="0" sz="4800" spc="-75"/>
              <a:t>da </a:t>
            </a:r>
            <a:r>
              <a:rPr dirty="0" sz="4800" spc="-190"/>
              <a:t>empresa</a:t>
            </a:r>
            <a:r>
              <a:rPr dirty="0" sz="4800" spc="-425"/>
              <a:t> </a:t>
            </a:r>
            <a:r>
              <a:rPr dirty="0" sz="4800" spc="-190"/>
              <a:t>rocambole</a:t>
            </a:r>
            <a:endParaRPr sz="4800"/>
          </a:p>
        </p:txBody>
      </p:sp>
      <p:sp>
        <p:nvSpPr>
          <p:cNvPr id="3" name="object 3" descr=""/>
          <p:cNvSpPr txBox="1"/>
          <p:nvPr/>
        </p:nvSpPr>
        <p:spPr>
          <a:xfrm>
            <a:off x="2238629" y="4779264"/>
            <a:ext cx="5665470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dirty="0" sz="2400" spc="-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monte</a:t>
            </a:r>
            <a:r>
              <a:rPr dirty="0" sz="24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24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baboseira</a:t>
            </a:r>
            <a:r>
              <a:rPr dirty="0" sz="2400" spc="-2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70">
                <a:solidFill>
                  <a:srgbClr val="FFFFFF"/>
                </a:solidFill>
                <a:latin typeface="Trebuchet MS"/>
                <a:cs typeface="Trebuchet MS"/>
              </a:rPr>
              <a:t>pra</a:t>
            </a:r>
            <a:r>
              <a:rPr dirty="0" sz="24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75">
                <a:solidFill>
                  <a:srgbClr val="FFFFFF"/>
                </a:solidFill>
                <a:latin typeface="Trebuchet MS"/>
                <a:cs typeface="Trebuchet MS"/>
              </a:rPr>
              <a:t>testar</a:t>
            </a:r>
            <a:r>
              <a:rPr dirty="0" sz="2400" spc="-2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40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código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3294" y="753681"/>
            <a:ext cx="575945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10"/>
              <a:t>Média</a:t>
            </a:r>
            <a:r>
              <a:rPr dirty="0" spc="-345"/>
              <a:t> </a:t>
            </a:r>
            <a:r>
              <a:rPr dirty="0" spc="-150"/>
              <a:t>salarial</a:t>
            </a:r>
            <a:r>
              <a:rPr dirty="0" spc="-335"/>
              <a:t> </a:t>
            </a:r>
            <a:r>
              <a:rPr dirty="0" spc="-200"/>
              <a:t>de</a:t>
            </a:r>
            <a:r>
              <a:rPr dirty="0" spc="-350"/>
              <a:t> </a:t>
            </a:r>
            <a:r>
              <a:rPr dirty="0" spc="-114"/>
              <a:t>cada</a:t>
            </a:r>
            <a:r>
              <a:rPr dirty="0" spc="-395"/>
              <a:t> </a:t>
            </a:r>
            <a:r>
              <a:rPr dirty="0" spc="-70"/>
              <a:t>setor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47700" y="3324225"/>
            <a:ext cx="3419475" cy="2286000"/>
            <a:chOff x="647700" y="3324225"/>
            <a:chExt cx="3419475" cy="2286000"/>
          </a:xfrm>
        </p:grpSpPr>
        <p:sp>
          <p:nvSpPr>
            <p:cNvPr id="4" name="object 4" descr=""/>
            <p:cNvSpPr/>
            <p:nvPr/>
          </p:nvSpPr>
          <p:spPr>
            <a:xfrm>
              <a:off x="647700" y="3324225"/>
              <a:ext cx="3067050" cy="1952625"/>
            </a:xfrm>
            <a:custGeom>
              <a:avLst/>
              <a:gdLst/>
              <a:ahLst/>
              <a:cxnLst/>
              <a:rect l="l" t="t" r="r" b="b"/>
              <a:pathLst>
                <a:path w="3067050" h="1952625">
                  <a:moveTo>
                    <a:pt x="2871724" y="0"/>
                  </a:moveTo>
                  <a:lnTo>
                    <a:pt x="195262" y="0"/>
                  </a:lnTo>
                  <a:lnTo>
                    <a:pt x="150492" y="5154"/>
                  </a:lnTo>
                  <a:lnTo>
                    <a:pt x="109393" y="19840"/>
                  </a:lnTo>
                  <a:lnTo>
                    <a:pt x="73137" y="42887"/>
                  </a:lnTo>
                  <a:lnTo>
                    <a:pt x="42898" y="73128"/>
                  </a:lnTo>
                  <a:lnTo>
                    <a:pt x="19847" y="109394"/>
                  </a:lnTo>
                  <a:lnTo>
                    <a:pt x="5157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7" y="1802108"/>
                  </a:lnTo>
                  <a:lnTo>
                    <a:pt x="19847" y="1843230"/>
                  </a:lnTo>
                  <a:lnTo>
                    <a:pt x="42898" y="1879496"/>
                  </a:lnTo>
                  <a:lnTo>
                    <a:pt x="73137" y="1909737"/>
                  </a:lnTo>
                  <a:lnTo>
                    <a:pt x="109393" y="1932784"/>
                  </a:lnTo>
                  <a:lnTo>
                    <a:pt x="150492" y="1947470"/>
                  </a:lnTo>
                  <a:lnTo>
                    <a:pt x="195262" y="1952625"/>
                  </a:lnTo>
                  <a:lnTo>
                    <a:pt x="2871724" y="1952625"/>
                  </a:lnTo>
                  <a:lnTo>
                    <a:pt x="2916533" y="1947470"/>
                  </a:lnTo>
                  <a:lnTo>
                    <a:pt x="2957655" y="1932784"/>
                  </a:lnTo>
                  <a:lnTo>
                    <a:pt x="2993921" y="1909737"/>
                  </a:lnTo>
                  <a:lnTo>
                    <a:pt x="3024162" y="1879496"/>
                  </a:lnTo>
                  <a:lnTo>
                    <a:pt x="3047209" y="1843230"/>
                  </a:lnTo>
                  <a:lnTo>
                    <a:pt x="3061895" y="1802108"/>
                  </a:lnTo>
                  <a:lnTo>
                    <a:pt x="3067050" y="1757299"/>
                  </a:lnTo>
                  <a:lnTo>
                    <a:pt x="3067050" y="195325"/>
                  </a:lnTo>
                  <a:lnTo>
                    <a:pt x="3061895" y="150516"/>
                  </a:lnTo>
                  <a:lnTo>
                    <a:pt x="3047209" y="109394"/>
                  </a:lnTo>
                  <a:lnTo>
                    <a:pt x="3024162" y="73128"/>
                  </a:lnTo>
                  <a:lnTo>
                    <a:pt x="2993921" y="42887"/>
                  </a:lnTo>
                  <a:lnTo>
                    <a:pt x="2957655" y="19840"/>
                  </a:lnTo>
                  <a:lnTo>
                    <a:pt x="2916533" y="5154"/>
                  </a:lnTo>
                  <a:lnTo>
                    <a:pt x="287172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1075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262" y="0"/>
                  </a:lnTo>
                  <a:lnTo>
                    <a:pt x="150492" y="5154"/>
                  </a:lnTo>
                  <a:lnTo>
                    <a:pt x="109393" y="19840"/>
                  </a:lnTo>
                  <a:lnTo>
                    <a:pt x="73137" y="42887"/>
                  </a:lnTo>
                  <a:lnTo>
                    <a:pt x="42898" y="73128"/>
                  </a:lnTo>
                  <a:lnTo>
                    <a:pt x="19847" y="109394"/>
                  </a:lnTo>
                  <a:lnTo>
                    <a:pt x="5157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7" y="1802108"/>
                  </a:lnTo>
                  <a:lnTo>
                    <a:pt x="19847" y="1843230"/>
                  </a:lnTo>
                  <a:lnTo>
                    <a:pt x="42898" y="1879496"/>
                  </a:lnTo>
                  <a:lnTo>
                    <a:pt x="73137" y="1909737"/>
                  </a:lnTo>
                  <a:lnTo>
                    <a:pt x="109393" y="1932784"/>
                  </a:lnTo>
                  <a:lnTo>
                    <a:pt x="150492" y="1947470"/>
                  </a:lnTo>
                  <a:lnTo>
                    <a:pt x="195262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81075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0" y="195325"/>
                  </a:moveTo>
                  <a:lnTo>
                    <a:pt x="5157" y="150516"/>
                  </a:lnTo>
                  <a:lnTo>
                    <a:pt x="19847" y="109394"/>
                  </a:lnTo>
                  <a:lnTo>
                    <a:pt x="42898" y="73128"/>
                  </a:lnTo>
                  <a:lnTo>
                    <a:pt x="73137" y="42887"/>
                  </a:lnTo>
                  <a:lnTo>
                    <a:pt x="109393" y="19840"/>
                  </a:lnTo>
                  <a:lnTo>
                    <a:pt x="150492" y="5154"/>
                  </a:lnTo>
                  <a:lnTo>
                    <a:pt x="195262" y="0"/>
                  </a:lnTo>
                  <a:lnTo>
                    <a:pt x="2881249" y="0"/>
                  </a:lnTo>
                  <a:lnTo>
                    <a:pt x="2926058" y="5154"/>
                  </a:lnTo>
                  <a:lnTo>
                    <a:pt x="2967180" y="19840"/>
                  </a:lnTo>
                  <a:lnTo>
                    <a:pt x="3003446" y="42887"/>
                  </a:lnTo>
                  <a:lnTo>
                    <a:pt x="3033687" y="73128"/>
                  </a:lnTo>
                  <a:lnTo>
                    <a:pt x="3056734" y="109394"/>
                  </a:lnTo>
                  <a:lnTo>
                    <a:pt x="3071420" y="150516"/>
                  </a:lnTo>
                  <a:lnTo>
                    <a:pt x="3076575" y="195325"/>
                  </a:lnTo>
                  <a:lnTo>
                    <a:pt x="3076575" y="1757299"/>
                  </a:lnTo>
                  <a:lnTo>
                    <a:pt x="3071420" y="1802108"/>
                  </a:lnTo>
                  <a:lnTo>
                    <a:pt x="3056734" y="1843230"/>
                  </a:lnTo>
                  <a:lnTo>
                    <a:pt x="3033687" y="1879496"/>
                  </a:lnTo>
                  <a:lnTo>
                    <a:pt x="3003446" y="1909737"/>
                  </a:lnTo>
                  <a:lnTo>
                    <a:pt x="2967180" y="1932784"/>
                  </a:lnTo>
                  <a:lnTo>
                    <a:pt x="2926058" y="1947470"/>
                  </a:lnTo>
                  <a:lnTo>
                    <a:pt x="2881249" y="1952625"/>
                  </a:lnTo>
                  <a:lnTo>
                    <a:pt x="195262" y="1952625"/>
                  </a:lnTo>
                  <a:lnTo>
                    <a:pt x="150492" y="1947470"/>
                  </a:lnTo>
                  <a:lnTo>
                    <a:pt x="109393" y="1932784"/>
                  </a:lnTo>
                  <a:lnTo>
                    <a:pt x="73137" y="1909737"/>
                  </a:lnTo>
                  <a:lnTo>
                    <a:pt x="42898" y="1879496"/>
                  </a:lnTo>
                  <a:lnTo>
                    <a:pt x="19847" y="1843230"/>
                  </a:lnTo>
                  <a:lnTo>
                    <a:pt x="5157" y="1802108"/>
                  </a:lnTo>
                  <a:lnTo>
                    <a:pt x="0" y="1757299"/>
                  </a:lnTo>
                  <a:lnTo>
                    <a:pt x="0" y="195325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19225" y="4362767"/>
            <a:ext cx="220726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75">
                <a:latin typeface="Trebuchet MS"/>
                <a:cs typeface="Trebuchet MS"/>
              </a:rPr>
              <a:t>TI:</a:t>
            </a:r>
            <a:r>
              <a:rPr dirty="0" sz="2750" spc="-245">
                <a:latin typeface="Trebuchet MS"/>
                <a:cs typeface="Trebuchet MS"/>
              </a:rPr>
              <a:t> </a:t>
            </a:r>
            <a:r>
              <a:rPr dirty="0" sz="2750" spc="-100">
                <a:latin typeface="Trebuchet MS"/>
                <a:cs typeface="Trebuchet MS"/>
              </a:rPr>
              <a:t>{{media_ti}}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400550" y="3324225"/>
            <a:ext cx="3429000" cy="2286000"/>
            <a:chOff x="4400550" y="3324225"/>
            <a:chExt cx="3429000" cy="2286000"/>
          </a:xfrm>
        </p:grpSpPr>
        <p:sp>
          <p:nvSpPr>
            <p:cNvPr id="9" name="object 9" descr=""/>
            <p:cNvSpPr/>
            <p:nvPr/>
          </p:nvSpPr>
          <p:spPr>
            <a:xfrm>
              <a:off x="4400550" y="332422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4345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4345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0" y="195325"/>
                  </a:moveTo>
                  <a:lnTo>
                    <a:pt x="5154" y="150516"/>
                  </a:lnTo>
                  <a:lnTo>
                    <a:pt x="19840" y="109394"/>
                  </a:lnTo>
                  <a:lnTo>
                    <a:pt x="42887" y="73128"/>
                  </a:lnTo>
                  <a:lnTo>
                    <a:pt x="73128" y="42887"/>
                  </a:lnTo>
                  <a:lnTo>
                    <a:pt x="109394" y="19840"/>
                  </a:lnTo>
                  <a:lnTo>
                    <a:pt x="150516" y="5154"/>
                  </a:lnTo>
                  <a:lnTo>
                    <a:pt x="195325" y="0"/>
                  </a:lnTo>
                  <a:lnTo>
                    <a:pt x="2881249" y="0"/>
                  </a:lnTo>
                  <a:lnTo>
                    <a:pt x="2926058" y="5154"/>
                  </a:lnTo>
                  <a:lnTo>
                    <a:pt x="2967180" y="19840"/>
                  </a:lnTo>
                  <a:lnTo>
                    <a:pt x="3003446" y="42887"/>
                  </a:lnTo>
                  <a:lnTo>
                    <a:pt x="3033687" y="73128"/>
                  </a:lnTo>
                  <a:lnTo>
                    <a:pt x="3056734" y="109394"/>
                  </a:lnTo>
                  <a:lnTo>
                    <a:pt x="3071420" y="150516"/>
                  </a:lnTo>
                  <a:lnTo>
                    <a:pt x="3076575" y="195325"/>
                  </a:lnTo>
                  <a:lnTo>
                    <a:pt x="3076575" y="1757299"/>
                  </a:lnTo>
                  <a:lnTo>
                    <a:pt x="3071420" y="1802108"/>
                  </a:lnTo>
                  <a:lnTo>
                    <a:pt x="3056734" y="1843230"/>
                  </a:lnTo>
                  <a:lnTo>
                    <a:pt x="3033687" y="1879496"/>
                  </a:lnTo>
                  <a:lnTo>
                    <a:pt x="3003446" y="1909737"/>
                  </a:lnTo>
                  <a:lnTo>
                    <a:pt x="2967180" y="1932784"/>
                  </a:lnTo>
                  <a:lnTo>
                    <a:pt x="2926058" y="1947470"/>
                  </a:lnTo>
                  <a:lnTo>
                    <a:pt x="2881249" y="1952625"/>
                  </a:lnTo>
                  <a:lnTo>
                    <a:pt x="195325" y="1952625"/>
                  </a:lnTo>
                  <a:lnTo>
                    <a:pt x="150516" y="1947470"/>
                  </a:lnTo>
                  <a:lnTo>
                    <a:pt x="109394" y="1932784"/>
                  </a:lnTo>
                  <a:lnTo>
                    <a:pt x="73128" y="1909737"/>
                  </a:lnTo>
                  <a:lnTo>
                    <a:pt x="42887" y="1879496"/>
                  </a:lnTo>
                  <a:lnTo>
                    <a:pt x="19840" y="1843230"/>
                  </a:lnTo>
                  <a:lnTo>
                    <a:pt x="5154" y="1802108"/>
                  </a:lnTo>
                  <a:lnTo>
                    <a:pt x="0" y="1757299"/>
                  </a:lnTo>
                  <a:lnTo>
                    <a:pt x="0" y="195325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019040" y="4362767"/>
            <a:ext cx="252603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latin typeface="Trebuchet MS"/>
                <a:cs typeface="Trebuchet MS"/>
              </a:rPr>
              <a:t>RH:</a:t>
            </a:r>
            <a:r>
              <a:rPr dirty="0" sz="2750" spc="-240">
                <a:latin typeface="Trebuchet MS"/>
                <a:cs typeface="Trebuchet MS"/>
              </a:rPr>
              <a:t> </a:t>
            </a:r>
            <a:r>
              <a:rPr dirty="0" sz="2750" spc="-80">
                <a:latin typeface="Trebuchet MS"/>
                <a:cs typeface="Trebuchet MS"/>
              </a:rPr>
              <a:t>{{media_rh}}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153400" y="3324225"/>
            <a:ext cx="3429000" cy="2286000"/>
            <a:chOff x="8153400" y="3324225"/>
            <a:chExt cx="3429000" cy="2286000"/>
          </a:xfrm>
        </p:grpSpPr>
        <p:sp>
          <p:nvSpPr>
            <p:cNvPr id="14" name="object 14" descr=""/>
            <p:cNvSpPr/>
            <p:nvPr/>
          </p:nvSpPr>
          <p:spPr>
            <a:xfrm>
              <a:off x="8153400" y="332422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49630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49630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0" y="195325"/>
                  </a:moveTo>
                  <a:lnTo>
                    <a:pt x="5154" y="150516"/>
                  </a:lnTo>
                  <a:lnTo>
                    <a:pt x="19840" y="109394"/>
                  </a:lnTo>
                  <a:lnTo>
                    <a:pt x="42887" y="73128"/>
                  </a:lnTo>
                  <a:lnTo>
                    <a:pt x="73128" y="42887"/>
                  </a:lnTo>
                  <a:lnTo>
                    <a:pt x="109394" y="19840"/>
                  </a:lnTo>
                  <a:lnTo>
                    <a:pt x="150516" y="5154"/>
                  </a:lnTo>
                  <a:lnTo>
                    <a:pt x="195325" y="0"/>
                  </a:lnTo>
                  <a:lnTo>
                    <a:pt x="2881249" y="0"/>
                  </a:lnTo>
                  <a:lnTo>
                    <a:pt x="2926058" y="5154"/>
                  </a:lnTo>
                  <a:lnTo>
                    <a:pt x="2967180" y="19840"/>
                  </a:lnTo>
                  <a:lnTo>
                    <a:pt x="3003446" y="42887"/>
                  </a:lnTo>
                  <a:lnTo>
                    <a:pt x="3033687" y="73128"/>
                  </a:lnTo>
                  <a:lnTo>
                    <a:pt x="3056734" y="109394"/>
                  </a:lnTo>
                  <a:lnTo>
                    <a:pt x="3071420" y="150516"/>
                  </a:lnTo>
                  <a:lnTo>
                    <a:pt x="3076575" y="195325"/>
                  </a:lnTo>
                  <a:lnTo>
                    <a:pt x="3076575" y="1757299"/>
                  </a:lnTo>
                  <a:lnTo>
                    <a:pt x="3071420" y="1802108"/>
                  </a:lnTo>
                  <a:lnTo>
                    <a:pt x="3056734" y="1843230"/>
                  </a:lnTo>
                  <a:lnTo>
                    <a:pt x="3033687" y="1879496"/>
                  </a:lnTo>
                  <a:lnTo>
                    <a:pt x="3003446" y="1909737"/>
                  </a:lnTo>
                  <a:lnTo>
                    <a:pt x="2967180" y="1932784"/>
                  </a:lnTo>
                  <a:lnTo>
                    <a:pt x="2926058" y="1947470"/>
                  </a:lnTo>
                  <a:lnTo>
                    <a:pt x="2881249" y="1952625"/>
                  </a:lnTo>
                  <a:lnTo>
                    <a:pt x="195325" y="1952625"/>
                  </a:lnTo>
                  <a:lnTo>
                    <a:pt x="150516" y="1947470"/>
                  </a:lnTo>
                  <a:lnTo>
                    <a:pt x="109394" y="1932784"/>
                  </a:lnTo>
                  <a:lnTo>
                    <a:pt x="73128" y="1909737"/>
                  </a:lnTo>
                  <a:lnTo>
                    <a:pt x="42887" y="1879496"/>
                  </a:lnTo>
                  <a:lnTo>
                    <a:pt x="19840" y="1843230"/>
                  </a:lnTo>
                  <a:lnTo>
                    <a:pt x="5154" y="1802108"/>
                  </a:lnTo>
                  <a:lnTo>
                    <a:pt x="0" y="1757299"/>
                  </a:lnTo>
                  <a:lnTo>
                    <a:pt x="0" y="195325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678926" y="4167187"/>
            <a:ext cx="2726690" cy="8401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35">
              <a:lnSpc>
                <a:spcPts val="3190"/>
              </a:lnSpc>
              <a:spcBef>
                <a:spcPts val="125"/>
              </a:spcBef>
            </a:pPr>
            <a:r>
              <a:rPr dirty="0" sz="2750" spc="-10">
                <a:latin typeface="Trebuchet MS"/>
                <a:cs typeface="Trebuchet MS"/>
              </a:rPr>
              <a:t>Jurídico:</a:t>
            </a:r>
            <a:endParaRPr sz="2750">
              <a:latin typeface="Trebuchet MS"/>
              <a:cs typeface="Trebuchet MS"/>
            </a:endParaRPr>
          </a:p>
          <a:p>
            <a:pPr algn="ctr">
              <a:lnSpc>
                <a:spcPts val="3190"/>
              </a:lnSpc>
            </a:pPr>
            <a:r>
              <a:rPr dirty="0" sz="2750" spc="-70">
                <a:latin typeface="Trebuchet MS"/>
                <a:cs typeface="Trebuchet MS"/>
              </a:rPr>
              <a:t>{{media_juridico}}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55"/>
              <a:t>Funcionário</a:t>
            </a:r>
            <a:r>
              <a:rPr dirty="0" spc="-425"/>
              <a:t> </a:t>
            </a:r>
            <a:r>
              <a:rPr dirty="0" spc="-70"/>
              <a:t>mais</a:t>
            </a:r>
            <a:r>
              <a:rPr dirty="0" spc="-375"/>
              <a:t> </a:t>
            </a:r>
            <a:r>
              <a:rPr dirty="0" spc="-150"/>
              <a:t>bem</a:t>
            </a:r>
            <a:r>
              <a:rPr dirty="0" spc="-365"/>
              <a:t> </a:t>
            </a:r>
            <a:r>
              <a:rPr dirty="0" spc="-165"/>
              <a:t>pago</a:t>
            </a:r>
            <a:r>
              <a:rPr dirty="0" spc="-350"/>
              <a:t> </a:t>
            </a:r>
            <a:r>
              <a:rPr dirty="0" spc="-165"/>
              <a:t>de</a:t>
            </a:r>
            <a:r>
              <a:rPr dirty="0" spc="-420"/>
              <a:t> </a:t>
            </a:r>
            <a:r>
              <a:rPr dirty="0" spc="-114"/>
              <a:t>cada</a:t>
            </a:r>
            <a:r>
              <a:rPr dirty="0" spc="-330"/>
              <a:t> </a:t>
            </a:r>
            <a:r>
              <a:rPr dirty="0" spc="-70"/>
              <a:t>setor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47700" y="3324225"/>
            <a:ext cx="3419475" cy="2286000"/>
            <a:chOff x="647700" y="3324225"/>
            <a:chExt cx="3419475" cy="2286000"/>
          </a:xfrm>
        </p:grpSpPr>
        <p:sp>
          <p:nvSpPr>
            <p:cNvPr id="4" name="object 4" descr=""/>
            <p:cNvSpPr/>
            <p:nvPr/>
          </p:nvSpPr>
          <p:spPr>
            <a:xfrm>
              <a:off x="647700" y="3324225"/>
              <a:ext cx="3067050" cy="1952625"/>
            </a:xfrm>
            <a:custGeom>
              <a:avLst/>
              <a:gdLst/>
              <a:ahLst/>
              <a:cxnLst/>
              <a:rect l="l" t="t" r="r" b="b"/>
              <a:pathLst>
                <a:path w="3067050" h="1952625">
                  <a:moveTo>
                    <a:pt x="2871724" y="0"/>
                  </a:moveTo>
                  <a:lnTo>
                    <a:pt x="195262" y="0"/>
                  </a:lnTo>
                  <a:lnTo>
                    <a:pt x="150492" y="5154"/>
                  </a:lnTo>
                  <a:lnTo>
                    <a:pt x="109393" y="19840"/>
                  </a:lnTo>
                  <a:lnTo>
                    <a:pt x="73137" y="42887"/>
                  </a:lnTo>
                  <a:lnTo>
                    <a:pt x="42898" y="73128"/>
                  </a:lnTo>
                  <a:lnTo>
                    <a:pt x="19847" y="109394"/>
                  </a:lnTo>
                  <a:lnTo>
                    <a:pt x="5157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7" y="1802108"/>
                  </a:lnTo>
                  <a:lnTo>
                    <a:pt x="19847" y="1843230"/>
                  </a:lnTo>
                  <a:lnTo>
                    <a:pt x="42898" y="1879496"/>
                  </a:lnTo>
                  <a:lnTo>
                    <a:pt x="73137" y="1909737"/>
                  </a:lnTo>
                  <a:lnTo>
                    <a:pt x="109393" y="1932784"/>
                  </a:lnTo>
                  <a:lnTo>
                    <a:pt x="150492" y="1947470"/>
                  </a:lnTo>
                  <a:lnTo>
                    <a:pt x="195262" y="1952625"/>
                  </a:lnTo>
                  <a:lnTo>
                    <a:pt x="2871724" y="1952625"/>
                  </a:lnTo>
                  <a:lnTo>
                    <a:pt x="2916533" y="1947470"/>
                  </a:lnTo>
                  <a:lnTo>
                    <a:pt x="2957655" y="1932784"/>
                  </a:lnTo>
                  <a:lnTo>
                    <a:pt x="2993921" y="1909737"/>
                  </a:lnTo>
                  <a:lnTo>
                    <a:pt x="3024162" y="1879496"/>
                  </a:lnTo>
                  <a:lnTo>
                    <a:pt x="3047209" y="1843230"/>
                  </a:lnTo>
                  <a:lnTo>
                    <a:pt x="3061895" y="1802108"/>
                  </a:lnTo>
                  <a:lnTo>
                    <a:pt x="3067050" y="1757299"/>
                  </a:lnTo>
                  <a:lnTo>
                    <a:pt x="3067050" y="195325"/>
                  </a:lnTo>
                  <a:lnTo>
                    <a:pt x="3061895" y="150516"/>
                  </a:lnTo>
                  <a:lnTo>
                    <a:pt x="3047209" y="109394"/>
                  </a:lnTo>
                  <a:lnTo>
                    <a:pt x="3024162" y="73128"/>
                  </a:lnTo>
                  <a:lnTo>
                    <a:pt x="2993921" y="42887"/>
                  </a:lnTo>
                  <a:lnTo>
                    <a:pt x="2957655" y="19840"/>
                  </a:lnTo>
                  <a:lnTo>
                    <a:pt x="2916533" y="5154"/>
                  </a:lnTo>
                  <a:lnTo>
                    <a:pt x="287172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1075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262" y="0"/>
                  </a:lnTo>
                  <a:lnTo>
                    <a:pt x="150492" y="5154"/>
                  </a:lnTo>
                  <a:lnTo>
                    <a:pt x="109393" y="19840"/>
                  </a:lnTo>
                  <a:lnTo>
                    <a:pt x="73137" y="42887"/>
                  </a:lnTo>
                  <a:lnTo>
                    <a:pt x="42898" y="73128"/>
                  </a:lnTo>
                  <a:lnTo>
                    <a:pt x="19847" y="109394"/>
                  </a:lnTo>
                  <a:lnTo>
                    <a:pt x="5157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7" y="1802108"/>
                  </a:lnTo>
                  <a:lnTo>
                    <a:pt x="19847" y="1843230"/>
                  </a:lnTo>
                  <a:lnTo>
                    <a:pt x="42898" y="1879496"/>
                  </a:lnTo>
                  <a:lnTo>
                    <a:pt x="73137" y="1909737"/>
                  </a:lnTo>
                  <a:lnTo>
                    <a:pt x="109393" y="1932784"/>
                  </a:lnTo>
                  <a:lnTo>
                    <a:pt x="150492" y="1947470"/>
                  </a:lnTo>
                  <a:lnTo>
                    <a:pt x="195262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81075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0" y="195325"/>
                  </a:moveTo>
                  <a:lnTo>
                    <a:pt x="5157" y="150516"/>
                  </a:lnTo>
                  <a:lnTo>
                    <a:pt x="19847" y="109394"/>
                  </a:lnTo>
                  <a:lnTo>
                    <a:pt x="42898" y="73128"/>
                  </a:lnTo>
                  <a:lnTo>
                    <a:pt x="73137" y="42887"/>
                  </a:lnTo>
                  <a:lnTo>
                    <a:pt x="109393" y="19840"/>
                  </a:lnTo>
                  <a:lnTo>
                    <a:pt x="150492" y="5154"/>
                  </a:lnTo>
                  <a:lnTo>
                    <a:pt x="195262" y="0"/>
                  </a:lnTo>
                  <a:lnTo>
                    <a:pt x="2881249" y="0"/>
                  </a:lnTo>
                  <a:lnTo>
                    <a:pt x="2926058" y="5154"/>
                  </a:lnTo>
                  <a:lnTo>
                    <a:pt x="2967180" y="19840"/>
                  </a:lnTo>
                  <a:lnTo>
                    <a:pt x="3003446" y="42887"/>
                  </a:lnTo>
                  <a:lnTo>
                    <a:pt x="3033687" y="73128"/>
                  </a:lnTo>
                  <a:lnTo>
                    <a:pt x="3056734" y="109394"/>
                  </a:lnTo>
                  <a:lnTo>
                    <a:pt x="3071420" y="150516"/>
                  </a:lnTo>
                  <a:lnTo>
                    <a:pt x="3076575" y="195325"/>
                  </a:lnTo>
                  <a:lnTo>
                    <a:pt x="3076575" y="1757299"/>
                  </a:lnTo>
                  <a:lnTo>
                    <a:pt x="3071420" y="1802108"/>
                  </a:lnTo>
                  <a:lnTo>
                    <a:pt x="3056734" y="1843230"/>
                  </a:lnTo>
                  <a:lnTo>
                    <a:pt x="3033687" y="1879496"/>
                  </a:lnTo>
                  <a:lnTo>
                    <a:pt x="3003446" y="1909737"/>
                  </a:lnTo>
                  <a:lnTo>
                    <a:pt x="2967180" y="1932784"/>
                  </a:lnTo>
                  <a:lnTo>
                    <a:pt x="2926058" y="1947470"/>
                  </a:lnTo>
                  <a:lnTo>
                    <a:pt x="2881249" y="1952625"/>
                  </a:lnTo>
                  <a:lnTo>
                    <a:pt x="195262" y="1952625"/>
                  </a:lnTo>
                  <a:lnTo>
                    <a:pt x="150492" y="1947470"/>
                  </a:lnTo>
                  <a:lnTo>
                    <a:pt x="109393" y="1932784"/>
                  </a:lnTo>
                  <a:lnTo>
                    <a:pt x="73137" y="1909737"/>
                  </a:lnTo>
                  <a:lnTo>
                    <a:pt x="42898" y="1879496"/>
                  </a:lnTo>
                  <a:lnTo>
                    <a:pt x="19847" y="1843230"/>
                  </a:lnTo>
                  <a:lnTo>
                    <a:pt x="5157" y="1802108"/>
                  </a:lnTo>
                  <a:lnTo>
                    <a:pt x="0" y="1757299"/>
                  </a:lnTo>
                  <a:lnTo>
                    <a:pt x="0" y="195325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30578" y="3776027"/>
            <a:ext cx="2384425" cy="16224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065" marR="5080" indent="-4445">
              <a:lnSpc>
                <a:spcPct val="93300"/>
              </a:lnSpc>
              <a:spcBef>
                <a:spcPts val="345"/>
              </a:spcBef>
            </a:pPr>
            <a:r>
              <a:rPr dirty="0" sz="2750" spc="-160">
                <a:latin typeface="Trebuchet MS"/>
                <a:cs typeface="Trebuchet MS"/>
              </a:rPr>
              <a:t>TI</a:t>
            </a:r>
            <a:r>
              <a:rPr dirty="0" sz="2750" spc="-270">
                <a:latin typeface="Trebuchet MS"/>
                <a:cs typeface="Trebuchet MS"/>
              </a:rPr>
              <a:t> </a:t>
            </a:r>
            <a:r>
              <a:rPr dirty="0" sz="2750" spc="60">
                <a:latin typeface="Trebuchet MS"/>
                <a:cs typeface="Trebuchet MS"/>
              </a:rPr>
              <a:t>mais</a:t>
            </a:r>
            <a:r>
              <a:rPr dirty="0" sz="2750" spc="-295">
                <a:latin typeface="Trebuchet MS"/>
                <a:cs typeface="Trebuchet MS"/>
              </a:rPr>
              <a:t> </a:t>
            </a:r>
            <a:r>
              <a:rPr dirty="0" sz="2750" spc="-25">
                <a:latin typeface="Trebuchet MS"/>
                <a:cs typeface="Trebuchet MS"/>
              </a:rPr>
              <a:t>bem </a:t>
            </a:r>
            <a:r>
              <a:rPr dirty="0" sz="2750" spc="-40">
                <a:latin typeface="Trebuchet MS"/>
                <a:cs typeface="Trebuchet MS"/>
              </a:rPr>
              <a:t>pago:</a:t>
            </a:r>
            <a:r>
              <a:rPr dirty="0" sz="2750" spc="-240">
                <a:latin typeface="Trebuchet MS"/>
                <a:cs typeface="Trebuchet MS"/>
              </a:rPr>
              <a:t> </a:t>
            </a:r>
            <a:r>
              <a:rPr dirty="0" sz="2750" spc="-125">
                <a:latin typeface="Trebuchet MS"/>
                <a:cs typeface="Trebuchet MS"/>
              </a:rPr>
              <a:t>{{max_ti}} </a:t>
            </a:r>
            <a:r>
              <a:rPr dirty="0" sz="2750" spc="-10">
                <a:latin typeface="Trebuchet MS"/>
                <a:cs typeface="Trebuchet MS"/>
              </a:rPr>
              <a:t>(média</a:t>
            </a:r>
            <a:endParaRPr sz="2750">
              <a:latin typeface="Trebuchet MS"/>
              <a:cs typeface="Trebuchet MS"/>
            </a:endParaRPr>
          </a:p>
          <a:p>
            <a:pPr algn="ctr">
              <a:lnSpc>
                <a:spcPts val="3080"/>
              </a:lnSpc>
            </a:pPr>
            <a:r>
              <a:rPr dirty="0" sz="2750" spc="-45">
                <a:latin typeface="Trebuchet MS"/>
                <a:cs typeface="Trebuchet MS"/>
              </a:rPr>
              <a:t>{{media_ti}})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400550" y="3324225"/>
            <a:ext cx="3429000" cy="2286000"/>
            <a:chOff x="4400550" y="3324225"/>
            <a:chExt cx="3429000" cy="2286000"/>
          </a:xfrm>
        </p:grpSpPr>
        <p:sp>
          <p:nvSpPr>
            <p:cNvPr id="9" name="object 9" descr=""/>
            <p:cNvSpPr/>
            <p:nvPr/>
          </p:nvSpPr>
          <p:spPr>
            <a:xfrm>
              <a:off x="4400550" y="332422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4345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4345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0" y="195325"/>
                  </a:moveTo>
                  <a:lnTo>
                    <a:pt x="5154" y="150516"/>
                  </a:lnTo>
                  <a:lnTo>
                    <a:pt x="19840" y="109394"/>
                  </a:lnTo>
                  <a:lnTo>
                    <a:pt x="42887" y="73128"/>
                  </a:lnTo>
                  <a:lnTo>
                    <a:pt x="73128" y="42887"/>
                  </a:lnTo>
                  <a:lnTo>
                    <a:pt x="109394" y="19840"/>
                  </a:lnTo>
                  <a:lnTo>
                    <a:pt x="150516" y="5154"/>
                  </a:lnTo>
                  <a:lnTo>
                    <a:pt x="195325" y="0"/>
                  </a:lnTo>
                  <a:lnTo>
                    <a:pt x="2881249" y="0"/>
                  </a:lnTo>
                  <a:lnTo>
                    <a:pt x="2926058" y="5154"/>
                  </a:lnTo>
                  <a:lnTo>
                    <a:pt x="2967180" y="19840"/>
                  </a:lnTo>
                  <a:lnTo>
                    <a:pt x="3003446" y="42887"/>
                  </a:lnTo>
                  <a:lnTo>
                    <a:pt x="3033687" y="73128"/>
                  </a:lnTo>
                  <a:lnTo>
                    <a:pt x="3056734" y="109394"/>
                  </a:lnTo>
                  <a:lnTo>
                    <a:pt x="3071420" y="150516"/>
                  </a:lnTo>
                  <a:lnTo>
                    <a:pt x="3076575" y="195325"/>
                  </a:lnTo>
                  <a:lnTo>
                    <a:pt x="3076575" y="1757299"/>
                  </a:lnTo>
                  <a:lnTo>
                    <a:pt x="3071420" y="1802108"/>
                  </a:lnTo>
                  <a:lnTo>
                    <a:pt x="3056734" y="1843230"/>
                  </a:lnTo>
                  <a:lnTo>
                    <a:pt x="3033687" y="1879496"/>
                  </a:lnTo>
                  <a:lnTo>
                    <a:pt x="3003446" y="1909737"/>
                  </a:lnTo>
                  <a:lnTo>
                    <a:pt x="2967180" y="1932784"/>
                  </a:lnTo>
                  <a:lnTo>
                    <a:pt x="2926058" y="1947470"/>
                  </a:lnTo>
                  <a:lnTo>
                    <a:pt x="2881249" y="1952625"/>
                  </a:lnTo>
                  <a:lnTo>
                    <a:pt x="195325" y="1952625"/>
                  </a:lnTo>
                  <a:lnTo>
                    <a:pt x="150516" y="1947470"/>
                  </a:lnTo>
                  <a:lnTo>
                    <a:pt x="109394" y="1932784"/>
                  </a:lnTo>
                  <a:lnTo>
                    <a:pt x="73128" y="1909737"/>
                  </a:lnTo>
                  <a:lnTo>
                    <a:pt x="42887" y="1879496"/>
                  </a:lnTo>
                  <a:lnTo>
                    <a:pt x="19840" y="1843230"/>
                  </a:lnTo>
                  <a:lnTo>
                    <a:pt x="5154" y="1802108"/>
                  </a:lnTo>
                  <a:lnTo>
                    <a:pt x="0" y="1757299"/>
                  </a:lnTo>
                  <a:lnTo>
                    <a:pt x="0" y="195325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076825" y="3971607"/>
            <a:ext cx="2412365" cy="123126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96875" marR="196215" indent="-195580">
              <a:lnSpc>
                <a:spcPts val="3080"/>
              </a:lnSpc>
              <a:spcBef>
                <a:spcPts val="409"/>
              </a:spcBef>
            </a:pPr>
            <a:r>
              <a:rPr dirty="0" sz="2750" spc="-80">
                <a:latin typeface="Trebuchet MS"/>
                <a:cs typeface="Trebuchet MS"/>
              </a:rPr>
              <a:t>Jurídico</a:t>
            </a:r>
            <a:r>
              <a:rPr dirty="0" sz="2750" spc="-195">
                <a:latin typeface="Trebuchet MS"/>
                <a:cs typeface="Trebuchet MS"/>
              </a:rPr>
              <a:t> </a:t>
            </a:r>
            <a:r>
              <a:rPr dirty="0" sz="2750" spc="40">
                <a:latin typeface="Trebuchet MS"/>
                <a:cs typeface="Trebuchet MS"/>
              </a:rPr>
              <a:t>mais </a:t>
            </a:r>
            <a:r>
              <a:rPr dirty="0" sz="2750">
                <a:latin typeface="Trebuchet MS"/>
                <a:cs typeface="Trebuchet MS"/>
              </a:rPr>
              <a:t>bem</a:t>
            </a:r>
            <a:r>
              <a:rPr dirty="0" sz="2750" spc="-204">
                <a:latin typeface="Trebuchet MS"/>
                <a:cs typeface="Trebuchet MS"/>
              </a:rPr>
              <a:t> </a:t>
            </a:r>
            <a:r>
              <a:rPr dirty="0" sz="2750" spc="-20">
                <a:latin typeface="Trebuchet MS"/>
                <a:cs typeface="Trebuchet MS"/>
              </a:rPr>
              <a:t>pago:</a:t>
            </a:r>
            <a:endParaRPr sz="2750">
              <a:latin typeface="Trebuchet MS"/>
              <a:cs typeface="Trebuchet MS"/>
            </a:endParaRPr>
          </a:p>
          <a:p>
            <a:pPr marL="12700">
              <a:lnSpc>
                <a:spcPts val="3010"/>
              </a:lnSpc>
            </a:pPr>
            <a:r>
              <a:rPr dirty="0" sz="2750" spc="-90">
                <a:latin typeface="Trebuchet MS"/>
                <a:cs typeface="Trebuchet MS"/>
              </a:rPr>
              <a:t>{{max_juridico}}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153400" y="3324225"/>
            <a:ext cx="3429000" cy="2286000"/>
            <a:chOff x="8153400" y="3324225"/>
            <a:chExt cx="3429000" cy="2286000"/>
          </a:xfrm>
        </p:grpSpPr>
        <p:sp>
          <p:nvSpPr>
            <p:cNvPr id="14" name="object 14" descr=""/>
            <p:cNvSpPr/>
            <p:nvPr/>
          </p:nvSpPr>
          <p:spPr>
            <a:xfrm>
              <a:off x="8153400" y="332422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49630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2881249" y="0"/>
                  </a:moveTo>
                  <a:lnTo>
                    <a:pt x="195325" y="0"/>
                  </a:lnTo>
                  <a:lnTo>
                    <a:pt x="150516" y="5154"/>
                  </a:lnTo>
                  <a:lnTo>
                    <a:pt x="109394" y="19840"/>
                  </a:lnTo>
                  <a:lnTo>
                    <a:pt x="73128" y="42887"/>
                  </a:lnTo>
                  <a:lnTo>
                    <a:pt x="42887" y="73128"/>
                  </a:lnTo>
                  <a:lnTo>
                    <a:pt x="19840" y="109394"/>
                  </a:lnTo>
                  <a:lnTo>
                    <a:pt x="5154" y="150516"/>
                  </a:lnTo>
                  <a:lnTo>
                    <a:pt x="0" y="195325"/>
                  </a:lnTo>
                  <a:lnTo>
                    <a:pt x="0" y="1757299"/>
                  </a:lnTo>
                  <a:lnTo>
                    <a:pt x="5154" y="1802108"/>
                  </a:lnTo>
                  <a:lnTo>
                    <a:pt x="19840" y="1843230"/>
                  </a:lnTo>
                  <a:lnTo>
                    <a:pt x="42887" y="1879496"/>
                  </a:lnTo>
                  <a:lnTo>
                    <a:pt x="73128" y="1909737"/>
                  </a:lnTo>
                  <a:lnTo>
                    <a:pt x="109394" y="1932784"/>
                  </a:lnTo>
                  <a:lnTo>
                    <a:pt x="150516" y="1947470"/>
                  </a:lnTo>
                  <a:lnTo>
                    <a:pt x="195325" y="1952625"/>
                  </a:lnTo>
                  <a:lnTo>
                    <a:pt x="2881249" y="1952625"/>
                  </a:lnTo>
                  <a:lnTo>
                    <a:pt x="2926058" y="1947470"/>
                  </a:lnTo>
                  <a:lnTo>
                    <a:pt x="2967180" y="1932784"/>
                  </a:lnTo>
                  <a:lnTo>
                    <a:pt x="3003446" y="1909737"/>
                  </a:lnTo>
                  <a:lnTo>
                    <a:pt x="3033687" y="1879496"/>
                  </a:lnTo>
                  <a:lnTo>
                    <a:pt x="3056734" y="1843230"/>
                  </a:lnTo>
                  <a:lnTo>
                    <a:pt x="3071420" y="1802108"/>
                  </a:lnTo>
                  <a:lnTo>
                    <a:pt x="3076575" y="1757299"/>
                  </a:lnTo>
                  <a:lnTo>
                    <a:pt x="3076575" y="195325"/>
                  </a:lnTo>
                  <a:lnTo>
                    <a:pt x="3071420" y="150516"/>
                  </a:lnTo>
                  <a:lnTo>
                    <a:pt x="3056734" y="109394"/>
                  </a:lnTo>
                  <a:lnTo>
                    <a:pt x="3033687" y="73128"/>
                  </a:lnTo>
                  <a:lnTo>
                    <a:pt x="3003446" y="42887"/>
                  </a:lnTo>
                  <a:lnTo>
                    <a:pt x="2967180" y="19840"/>
                  </a:lnTo>
                  <a:lnTo>
                    <a:pt x="2926058" y="5154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496300" y="3648075"/>
              <a:ext cx="3076575" cy="1952625"/>
            </a:xfrm>
            <a:custGeom>
              <a:avLst/>
              <a:gdLst/>
              <a:ahLst/>
              <a:cxnLst/>
              <a:rect l="l" t="t" r="r" b="b"/>
              <a:pathLst>
                <a:path w="3076575" h="1952625">
                  <a:moveTo>
                    <a:pt x="0" y="195325"/>
                  </a:moveTo>
                  <a:lnTo>
                    <a:pt x="5154" y="150516"/>
                  </a:lnTo>
                  <a:lnTo>
                    <a:pt x="19840" y="109394"/>
                  </a:lnTo>
                  <a:lnTo>
                    <a:pt x="42887" y="73128"/>
                  </a:lnTo>
                  <a:lnTo>
                    <a:pt x="73128" y="42887"/>
                  </a:lnTo>
                  <a:lnTo>
                    <a:pt x="109394" y="19840"/>
                  </a:lnTo>
                  <a:lnTo>
                    <a:pt x="150516" y="5154"/>
                  </a:lnTo>
                  <a:lnTo>
                    <a:pt x="195325" y="0"/>
                  </a:lnTo>
                  <a:lnTo>
                    <a:pt x="2881249" y="0"/>
                  </a:lnTo>
                  <a:lnTo>
                    <a:pt x="2926058" y="5154"/>
                  </a:lnTo>
                  <a:lnTo>
                    <a:pt x="2967180" y="19840"/>
                  </a:lnTo>
                  <a:lnTo>
                    <a:pt x="3003446" y="42887"/>
                  </a:lnTo>
                  <a:lnTo>
                    <a:pt x="3033687" y="73128"/>
                  </a:lnTo>
                  <a:lnTo>
                    <a:pt x="3056734" y="109394"/>
                  </a:lnTo>
                  <a:lnTo>
                    <a:pt x="3071420" y="150516"/>
                  </a:lnTo>
                  <a:lnTo>
                    <a:pt x="3076575" y="195325"/>
                  </a:lnTo>
                  <a:lnTo>
                    <a:pt x="3076575" y="1757299"/>
                  </a:lnTo>
                  <a:lnTo>
                    <a:pt x="3071420" y="1802108"/>
                  </a:lnTo>
                  <a:lnTo>
                    <a:pt x="3056734" y="1843230"/>
                  </a:lnTo>
                  <a:lnTo>
                    <a:pt x="3033687" y="1879496"/>
                  </a:lnTo>
                  <a:lnTo>
                    <a:pt x="3003446" y="1909737"/>
                  </a:lnTo>
                  <a:lnTo>
                    <a:pt x="2967180" y="1932784"/>
                  </a:lnTo>
                  <a:lnTo>
                    <a:pt x="2926058" y="1947470"/>
                  </a:lnTo>
                  <a:lnTo>
                    <a:pt x="2881249" y="1952625"/>
                  </a:lnTo>
                  <a:lnTo>
                    <a:pt x="195325" y="1952625"/>
                  </a:lnTo>
                  <a:lnTo>
                    <a:pt x="150516" y="1947470"/>
                  </a:lnTo>
                  <a:lnTo>
                    <a:pt x="109394" y="1932784"/>
                  </a:lnTo>
                  <a:lnTo>
                    <a:pt x="73128" y="1909737"/>
                  </a:lnTo>
                  <a:lnTo>
                    <a:pt x="42887" y="1879496"/>
                  </a:lnTo>
                  <a:lnTo>
                    <a:pt x="19840" y="1843230"/>
                  </a:lnTo>
                  <a:lnTo>
                    <a:pt x="5154" y="1802108"/>
                  </a:lnTo>
                  <a:lnTo>
                    <a:pt x="0" y="1757299"/>
                  </a:lnTo>
                  <a:lnTo>
                    <a:pt x="0" y="195325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791575" y="4167187"/>
            <a:ext cx="2502535" cy="84010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 marR="5080" indent="212090">
              <a:lnSpc>
                <a:spcPts val="3080"/>
              </a:lnSpc>
              <a:spcBef>
                <a:spcPts val="409"/>
              </a:spcBef>
            </a:pPr>
            <a:r>
              <a:rPr dirty="0" sz="2750" spc="135">
                <a:latin typeface="Trebuchet MS"/>
                <a:cs typeface="Trebuchet MS"/>
              </a:rPr>
              <a:t>RH</a:t>
            </a:r>
            <a:r>
              <a:rPr dirty="0" sz="2750" spc="-165">
                <a:latin typeface="Trebuchet MS"/>
                <a:cs typeface="Trebuchet MS"/>
              </a:rPr>
              <a:t> </a:t>
            </a:r>
            <a:r>
              <a:rPr dirty="0" sz="2750">
                <a:latin typeface="Trebuchet MS"/>
                <a:cs typeface="Trebuchet MS"/>
              </a:rPr>
              <a:t>mais</a:t>
            </a:r>
            <a:r>
              <a:rPr dirty="0" sz="2750" spc="-145">
                <a:latin typeface="Trebuchet MS"/>
                <a:cs typeface="Trebuchet MS"/>
              </a:rPr>
              <a:t> </a:t>
            </a:r>
            <a:r>
              <a:rPr dirty="0" sz="2750" spc="-25">
                <a:latin typeface="Trebuchet MS"/>
                <a:cs typeface="Trebuchet MS"/>
              </a:rPr>
              <a:t>bem </a:t>
            </a:r>
            <a:r>
              <a:rPr dirty="0" sz="2750" spc="-40">
                <a:latin typeface="Trebuchet MS"/>
                <a:cs typeface="Trebuchet MS"/>
              </a:rPr>
              <a:t>pago:</a:t>
            </a:r>
            <a:r>
              <a:rPr dirty="0" sz="2750" spc="-229">
                <a:latin typeface="Trebuchet MS"/>
                <a:cs typeface="Trebuchet MS"/>
              </a:rPr>
              <a:t> </a:t>
            </a:r>
            <a:r>
              <a:rPr dirty="0" sz="2750" spc="-105">
                <a:latin typeface="Trebuchet MS"/>
                <a:cs typeface="Trebuchet MS"/>
              </a:rPr>
              <a:t>{{max_rh}}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2026-03-12T14:13:36Z</dcterms:created>
  <dcterms:modified xsi:type="dcterms:W3CDTF">2026-03-12T14:13:36Z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LastSaved">
    <vt:filetime>2026-03-12T00:00:00Z</vt:filetime>
  </property>
</Properties>
</file>